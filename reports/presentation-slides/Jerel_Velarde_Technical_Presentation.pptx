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01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Job Market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AI Salaries from Skills &amp; Job Attributes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Jerel Velarde  |  Pillar 5 Capstone  |  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7548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" cy="3291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Objective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Build a regression model to predict AI/Data Science salaries (salary_in_usd) from job attributes such as experience level, employment type, company size, remote ratio, and location.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Why It Matters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Understanding salary drivers helps job seekers negotiate, employers benchmark compensation, and educators align curricula with market demand.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607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cleaned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607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original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760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salary_in_usd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072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work_year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Year salary was paid (2020-2022)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experience_level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EN / MI / SE / EX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employment_type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FT / PT / CT / FL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job_title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50 unique titles (grouped for modeling)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salary_in_usd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Target — range $2,859 to $600,000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remote_ratio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 (on-site), 50 (hybrid), 100 (remote)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company_size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 / M /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Kaggle — "Data Science Job Salaries" by Ruchi Bhatia (CC0 License)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717588" cy="19748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005840"/>
            <a:ext cx="33832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03520" y="1005840"/>
            <a:ext cx="64008" cy="32918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11887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Key Findings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Mean: $112,297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Median: $101,570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Right-skewed distribution with outliers above $300K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42 duplicates removed during cleaning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 by Experience &amp; Top-Paying Roles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Experience level is the strongest single predictor — Executive roles earn 2-3x Entry-level salaries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Ordinal Encoding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experience_level mapped to 1-4 (EN, MI, SE, EX) to preserve natural ordering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161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Job Title Grouping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Titles with &lt; 5 occurrences grouped as "Other" to reduce cardinality (50 → ~15)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944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Geographic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Extracted continent from country code + binary is_us flag for US vs international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944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Label Encoding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Remaining categoricals (employment_type, company_size, etc.) label-encoded for tree models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&amp; Dimensionality Reduction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Left: Feature correlations — experience_level_ord shows strongest positive correlation with salary. Right: PCA 2D projection colored by experience level.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Implementation &amp;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Linear Regression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$48,226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$35,003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0.28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$44,698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$30,515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0.38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$43,607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$29,850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0.41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17520"/>
            <a:ext cx="640080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XGBoost achieves the best performance with R² = 0.41 — modest but realistic for 565 rows with limited features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 Analysis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0624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42062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SHAP values reveal experience_level_ord as the dominant salary predictor, followed by job_title_encoded and company_size_encoded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&amp; Error Analysis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572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1005840"/>
            <a:ext cx="64008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94960" y="109728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Bias Observations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Geographic: US-based roles dominate the dataset (~75%), creating prediction bias for non-US salaries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Experience: Senior/Executive levels have fewer samples, wider error margins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Company Size: Large companies over-represented; small company predictions less reliable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Outliers: A few extreme salaries ($400K+) disproportionately affect RMSE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64008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Best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XGBoost (R²=0.41, MAE=$29,850) outperformed Linear Regression and Random Forest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64008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Top Predictor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Experience level is the single strongest salary driver, confirmed by SHAP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64008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Data Limitations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Small dataset (565 rows) and limited feature set constrain model performance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64008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39776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Larger datasets, NLP on job descriptions, time-series analysis for salary trend forecasting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Jerel Velarde — AI/ML Capstone Project —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582</Words>
  <Application>Microsoft Macintosh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 Market Intelligence — Technical Presentation</dc:title>
  <dc:subject>PptxGenJS Presentation</dc:subject>
  <dc:creator>Jerel Velarde</dc:creator>
  <cp:lastModifiedBy>Jerel John Velarde</cp:lastModifiedBy>
  <cp:revision>2</cp:revision>
  <dcterms:created xsi:type="dcterms:W3CDTF">2026-03-21T04:06:29Z</dcterms:created>
  <dcterms:modified xsi:type="dcterms:W3CDTF">2026-03-23T05:20:43Z</dcterms:modified>
</cp:coreProperties>
</file>